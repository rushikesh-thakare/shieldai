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09728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SHIELD AI</a:t>
            </a:r>
          </a:p>
          <a:p>
            <a:pPr>
              <a:spcBef>
                <a:spcPts val="1200"/>
              </a:spcBef>
              <a:defRPr sz="2000">
                <a:solidFill>
                  <a:srgbClr val="00E5FF"/>
                </a:solidFill>
              </a:defRPr>
            </a:pPr>
            <a:r>
              <a:t>Next-Generation In-Browser Phishing, Quishing &amp; Homoglyph Countermeasure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0"/>
            <a:ext cx="10698480" cy="2286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84048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3FF"/>
                </a:solidFill>
              </a:defRPr>
            </a:pPr>
            <a:r>
              <a:t>CORE CAPABILITIES AT A GLANCE</a:t>
            </a:r>
          </a:p>
          <a:p>
            <a:pPr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On-Demand 'Squeeze' Sidebar: Sider AI-inspired physical viewport compression calc(100% - 420px)</a:t>
            </a:r>
          </a:p>
          <a:p>
            <a:pPr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Interactive Snipping Tool: Canvas-cropped bounding box analysis powered by Gemini 3.5/3.8 Flash Vision</a:t>
            </a:r>
          </a:p>
          <a:p>
            <a:pPr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Quishing Matrix Defense: Direct 2D QR decoding (jsQR + Jimp) with recursive 10-hop redirect tracing</a:t>
            </a:r>
          </a:p>
          <a:p>
            <a:pPr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Brand Typosquatting Engine: Detection of homoglyphs like 'rnicrosoft.com' with enforced 98/100 risk floors</a:t>
            </a:r>
          </a:p>
          <a:p>
            <a:pPr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Active Countermeasures: Autonomous Scam-Baiter Bot, Ask Shield Copilot &amp; Forensic SOC Incident PDF 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TCET HACKATHON 2026  |  ENTERPRISE &amp; CONSUMER CYBERSECURITY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01 // THE THREAT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Evolving Threat Landscape: Why Traditional Antivirus Fails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3D57"/>
                </a:solidFill>
              </a:defRPr>
            </a:pPr>
            <a:r>
              <a:t>3.4 Billion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Daily Phishing Messages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Attackers now use LLMs to clone brand styles with flawless grammar and persuasive context.</a:t>
            </a:r>
          </a:p>
          <a:p>
            <a:pPr>
              <a:spcBef>
                <a:spcPts val="2000"/>
              </a:spcBef>
              <a:defRPr sz="1100" b="1">
                <a:solidFill>
                  <a:srgbClr val="94A3B8"/>
                </a:solidFill>
              </a:defRPr>
            </a:pPr>
            <a:r>
              <a:t>FLAW OF LEGACY TOOLS: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Static database lookups have an 8-48 hour delay. Attackers switch infrastructure in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B300"/>
                </a:solidFill>
              </a:defRPr>
            </a:pPr>
            <a:r>
              <a:t>78% Spurt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Quishing (QR Phishing)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Attackers embed malicious URLs inside QR codes in emails and flyers, completely bypassing text firewalls.</a:t>
            </a:r>
          </a:p>
          <a:p>
            <a:pPr>
              <a:spcBef>
                <a:spcPts val="2000"/>
              </a:spcBef>
              <a:defRPr sz="1100" b="1">
                <a:solidFill>
                  <a:srgbClr val="94A3B8"/>
                </a:solidFill>
              </a:defRPr>
            </a:pPr>
            <a:r>
              <a:t>FLAW OF LEGACY TOOLS: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Static database lookups have an 8-48 hour delay. Attackers switch infrastructure in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E5FF"/>
                </a:solidFill>
              </a:defRPr>
            </a:pPr>
            <a:r>
              <a:t>0-Day Domains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Homoglyph Lookalikes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Deceptive domains like 'rnicrosoft.com' (rn -&gt; m) exploit visual perception before blacklists can detect them.</a:t>
            </a:r>
          </a:p>
          <a:p>
            <a:pPr>
              <a:spcBef>
                <a:spcPts val="2000"/>
              </a:spcBef>
              <a:defRPr sz="1100" b="1">
                <a:solidFill>
                  <a:srgbClr val="94A3B8"/>
                </a:solidFill>
              </a:defRPr>
            </a:pPr>
            <a:r>
              <a:t>FLAW OF LEGACY TOOLS: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Static database lookups have an 8-48 hour delay. Attackers switch infrastructure in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02 // PRODUCT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Solution: A Real-Time, Multimodal In-Browser Defense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5FF"/>
                </a:solidFill>
              </a:defRPr>
            </a:pPr>
            <a:r>
              <a:t>⚡ Non-Intrusive Zero-Friction UI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Squeeze Sidebar compresses host website viewport margin without popups or obscuring page controls.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A3FF"/>
                </a:solidFill>
              </a:defRPr>
            </a:pPr>
            <a:r>
              <a:t>👁️ Multimodal Visual OCR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Interactive Snipping Tool feeds cropped sub-images directly to Gemini Vision to detect fake branding &amp; urgent traps.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676"/>
                </a:solidFill>
              </a:defRPr>
            </a:pPr>
            <a:r>
              <a:t>🔍 Recursive Redirect Traversal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Traces shortlinks (bit.ly, tinyurl) up to 10 HTTP HEAD hops deep to find the unmasked destination.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B300"/>
                </a:solidFill>
              </a:defRPr>
            </a:pPr>
            <a:r>
              <a:t>🤖 Active Countermeasures &amp; Recovery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Autonomous Scam-Baiter wastes attacker resources; Recovery Wizard gives step-by-step account hardening.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03 // FRONTEND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Engineering Innovation: On-Demand 'Squeeze' Sidebar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Why Most Security Extensions Get Uninstalled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❌ Invasive Popups: Float over input forms, closing whenever the user clicks outside.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❌ Screen Distortion: Standard modal alerts lock the entire tab and frustrate users.</a:t>
            </a:r>
          </a:p>
          <a:p>
            <a:pPr>
              <a:spcBef>
                <a:spcPts val="800"/>
              </a:spcBef>
              <a:defRPr sz="1300">
                <a:solidFill>
                  <a:srgbClr val="00E5FF"/>
                </a:solidFill>
              </a:defRPr>
            </a:pPr>
            <a:r>
              <a:t>✅ The Squeeze Model: Modeled after Sider AI &amp; REC Note. Dynamically compresses the host page.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CSS Viewport Manipulation: Toggles width: calc(100% - 420px) and margin-right: 420px.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0.28s Smooth Cubic-Bezier Transition: Zero jarring layout jumps.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Complete Iframe Sandboxing: The sidebar is isolated from host DOM scripts and malicious tampering.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A3FF"/>
                </a:solidFill>
              </a:defRPr>
            </a:pPr>
            <a:r>
              <a:t>Sidebar Component Layout</a:t>
            </a:r>
          </a:p>
          <a:p>
            <a:pPr>
              <a:spcBef>
                <a:spcPts val="1000"/>
              </a:spcBef>
              <a:defRPr sz="1100">
                <a:solidFill>
                  <a:srgbClr val="00E5FF"/>
                </a:solidFill>
                <a:latin typeface="Courier New"/>
              </a:defRPr>
            </a:pPr>
            <a:r>
              <a:t>+--------------------------------+-------------------+</a:t>
            </a:r>
            <a:br/>
            <a:r>
              <a:t>| HOST WEBPAGE                   | SHIELD SIDEBAR    |</a:t>
            </a:r>
            <a:br/>
            <a:r>
              <a:t>| (calc(100% - 420px))           | (420px fixed)     |</a:t>
            </a:r>
            <a:br/>
            <a:r>
              <a:t>|                                |                   |</a:t>
            </a:r>
            <a:br/>
            <a:r>
              <a:t>|  Forms, buttons, and links     | [ Auto-Scan: ON ] |</a:t>
            </a:r>
            <a:br/>
            <a:r>
              <a:t>|  remain 100% clickable while   | [ Scan Area (Snip)]</a:t>
            </a:r>
            <a:br/>
            <a:r>
              <a:t>|  Shield sits beside them       |                   |</a:t>
            </a:r>
            <a:br/>
            <a:r>
              <a:t>|                                | VERDICT: 98/100   |</a:t>
            </a:r>
            <a:br/>
            <a:r>
              <a:t>|  [ Suspicious Login Box ]      | [ BLOCKED: RED ]  |</a:t>
            </a:r>
            <a:br/>
            <a:r>
              <a:t>|                                |                   |</a:t>
            </a:r>
            <a:br/>
            <a:r>
              <a:t>|                                | Ask Copilot / PDF |</a:t>
            </a:r>
            <a:br/>
            <a:r>
              <a:t>+--------------------------------+-------------------+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04 //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Interactive Snipping Tool: Multimodal Vision at the Click of a Button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1. User Trigger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Clicks 'Scan Area' in the sidebar. The host page dims with crosshair cursor listeners.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2. Canvas Bounding Box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User drags over suspicious form. Extension uses captureVisibleTab + offscreen canvas to slice the exact rectangle.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3. Context Extraction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Simultaneously harvests surrounding DOM text nodes, button captions, and form input names.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4. Gemini Vision OCR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Multimodal LLM verifies logo authenticity, deceptive countdowns, and unverified credential harvesting.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05 // THREAT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Stopping Quishing (QR Attacks) &amp; Brand Homoglyphs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B300"/>
                </a:solidFill>
              </a:defRPr>
            </a:pPr>
            <a:r>
              <a:t>Quishing Matrix Engine (QR Phishing)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Problem: QR codes conceal malicious targets from standard text filters.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Direct Bitmap Decoding: Jimp extracts RGBA pixel array; jsQR analyzes finder patterns and unmasks data bits.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10-Hop Redirect Unraveling: Immediately follows shorteners to the final payload server.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High Precision Distinction: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    - Legitimate menus/support: 0 / 100 (Safe)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    - KYC / credential harvesting QR: 95-98 / 100 (Critical Threat)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3D57"/>
                </a:solidFill>
              </a:defRPr>
            </a:pPr>
            <a:r>
              <a:t>Brand Homoglyph Engine (Typosquatting)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The rn -&gt; m Attack: 'www.rnicrosoft.com' appears identical to Microsoft on mobile &amp; desktop screens.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Regex Normalization Pipeline: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    - rn -&gt; m (rnicrosoft -&gt; microsoft)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    - 0 -&gt; o (micros0ft -&gt; microsoft)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    - 1 -&gt; l (goog1e -&gt; google, paypa1 -&gt; paypal)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    - Punycode detection (xn--)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Enforced Evidence Floor: Detected typosquats are locked at 98 / 100 Risk, bypassing all attacker evasion.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06 // SYSTEM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End-to-End System Workflow Architecture</a:t>
            </a:r>
          </a:p>
        </p:txBody>
      </p:sp>
      <p:pic>
        <p:nvPicPr>
          <p:cNvPr id="4" name="Picture 3" descr="user_workflow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591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07 // USER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Beyond Detection: Active Countermeasures &amp; Incident Response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5FF"/>
                </a:solidFill>
              </a:defRPr>
            </a:pPr>
            <a:r>
              <a:t>Ask Shield Copilot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Context-aware AI assistant answers security questions in plain, reassuring language with multi-model failover (Gemini -&gt; Groq -&gt; Local Heuristics).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A3FF"/>
                </a:solidFill>
              </a:defRPr>
            </a:pPr>
            <a:r>
              <a:t>Autonomous Scam-Baiter Bot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Deploys 3 personas (Technical Glitch, Bureaucracy, Confused Customer) generating realistic friction to waste scammers' bandwidth safely.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676"/>
                </a:solidFill>
              </a:defRPr>
            </a:pPr>
            <a:r>
              <a:t>Account Recovery Wizard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Interactive 4-step checklist (Session Kill -&gt; Official Password Reset -&gt; Hardware 2FA -&gt; Device Audit) with progress synced to database.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3D57"/>
                </a:solidFill>
              </a:defRPr>
            </a:pPr>
            <a:r>
              <a:t>Forensic SOC PDF Report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Exports print-ready incident documentation via jsPDF containing timestamps, 10-hop redirect chains, and AV consensus logs for IT teams.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08 //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Empirical Validation: Rigorous 100% Pass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E676"/>
                </a:solidFill>
              </a:defRPr>
            </a:pPr>
            <a:r>
              <a:t>15 / 15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Visual Threat Benchmark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scripts/verify-15-images.js</a:t>
            </a:r>
            <a:br/>
            <a:r>
              <a:t>• 5 Safe: 0/100 (Google/Gemini in Gmail)</a:t>
            </a:r>
            <a:br/>
            <a:r>
              <a:t>• 5 Suspicious: 45-60/100 (Urgent surveys)</a:t>
            </a:r>
            <a:br/>
            <a:r>
              <a:t>• 5 Dangerous: 95-98/100 (rnicrosoft.com, KYC)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E5FF"/>
                </a:solidFill>
              </a:defRPr>
            </a:pPr>
            <a:r>
              <a:t>8 / 8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QR Matrix Decoder Suite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scripts/verify-qr-suite.js</a:t>
            </a:r>
            <a:br/>
            <a:r>
              <a:t>• Tested authentic 2D PNG bitmaps</a:t>
            </a:r>
            <a:br/>
            <a:r>
              <a:t>• Distinguishes legitimate support links from quishing payloads with 100% 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A3FF"/>
                </a:solidFill>
              </a:defRPr>
            </a:pPr>
            <a:r>
              <a:t>19 / 19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Automated API Unit Tests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test/api.test.js</a:t>
            </a:r>
            <a:br/>
            <a:r>
              <a:t>• Express endpoints</a:t>
            </a:r>
            <a:br/>
            <a:r>
              <a:t>• Redirect recursion limiters</a:t>
            </a:r>
            <a:br/>
            <a:r>
              <a:t>• Typosquatting regex replacements</a:t>
            </a:r>
            <a:br/>
            <a:r>
              <a:t>• Supabase RLS privacy isolation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09 // TEAM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Engineering Team: 3 Specialized Domains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676"/>
                </a:solidFill>
              </a:defRPr>
            </a:pPr>
            <a:r>
              <a:t>MEMBER 1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Product Lead &amp; UX Experience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Storytelling &amp; Visual UI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The 2026 Phishing Problem pitch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Live demo of Squeeze Sidebar UI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Ask Shield Copilot interaction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Scam-Baiter Bot &amp; Recovery Wizard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MEMBER 2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Extension &amp; Computer Vision Lead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Browser Engine &amp; OCR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Chrome Manifest V3 &amp; Iframe isolation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Interactive Snipping Tool canvas crop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Quishing QR Matrix Decoder (jsQR)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Gemini Vision multimodal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A3FF"/>
                </a:solidFill>
              </a:defRPr>
            </a:pPr>
            <a:r>
              <a:t>MEMBER 3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Threat Intel &amp; Backend Lead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Networks, APIs &amp; Security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10-hop redirect recursion tracer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Typosquatting engine (rnicrosoft.com)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VirusTotal API &amp; Google Safe Browsing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Supabase PostgreSQL RLS &amp; PDF Export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10 // CONCLUSION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Future of In-Browser Cybersecurity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Why Shield AI Wins in the Real World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🛡️ Zero Delay: Real-time visual OCR &amp; redirect unraveling catches zero-day threats before blacklists index them.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✨ Frictionless UX: Physical 'Squeeze' sidebar doesn't block work or get uninstalled.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🎯 High Precision: 100% accuracy on brand homoglyphs (rn -&gt; m) and QR code quishing.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🔒 Total Privacy: Supabase Row-Level Security guarantees users only see their own scans.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⚡ Turnkey Deployment: Ready on Chrome Web Store &amp; Vercel.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A3FF"/>
                </a:solidFill>
              </a:defRPr>
            </a:pPr>
            <a:r>
              <a:t>READY FOR LIVE DEMONSTRATION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Thank You, Judges!</a:t>
            </a:r>
          </a:p>
          <a:p>
            <a:pPr>
              <a:spcBef>
                <a:spcPts val="1600"/>
              </a:spcBef>
              <a:defRPr sz="1400">
                <a:solidFill>
                  <a:srgbClr val="00E5FF"/>
                </a:solidFill>
              </a:defRPr>
            </a:pPr>
            <a:r>
              <a:t>GitHub: github.com/AAKU2107/TCET-hackathon</a:t>
            </a:r>
            <a:br/>
            <a:r>
              <a:t>Live Web Console &amp; Chrome Manifest V3 Extension Ready</a:t>
            </a:r>
          </a:p>
          <a:p>
            <a:pPr>
              <a:spcBef>
                <a:spcPts val="1200"/>
              </a:spcBef>
              <a:defRPr sz="1400">
                <a:solidFill>
                  <a:srgbClr val="CBD5E1"/>
                </a:solidFill>
              </a:defRPr>
            </a:pPr>
            <a:r>
              <a:t>We are excited to take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